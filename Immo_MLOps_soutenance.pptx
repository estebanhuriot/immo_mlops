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Score R² par run (jeu de test)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Run 1
5 arbres, 10k lignes</c:v>
                  </c:pt>
                  <c:pt idx="1">
                    <c:v>Run 2
20 arbres, 20k lignes</c:v>
                  </c:pt>
                  <c:pt idx="2">
                    <c:v>Run 3
50 arbres, 50k lignes</c:v>
                  </c:pt>
                  <c:pt idx="3">
                    <c:v>Run 4
100 arbres, 80k lignes</c:v>
                  </c:pt>
                  <c:pt idx="4">
                    <c:v>Run 5 (final)
200 arbres, 100k lignes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0.7493</c:v>
                </c:pt>
                <c:pt idx="1">
                  <c:v>0.8597</c:v>
                </c:pt>
                <c:pt idx="2">
                  <c:v>0.9123</c:v>
                </c:pt>
                <c:pt idx="3">
                  <c:v>0.9325</c:v>
                </c:pt>
                <c:pt idx="4">
                  <c:v>0.9439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on vous présente Immo_MLOps : un pipeline MLOps de bout en bout pour prédire le prix au m² de biens immobiliers en France, de la collecte de données jusqu'au service de prédiction en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constat de départ : les données de vente immobilières françaises sont disponibles mais brutes et éclatées par département. On a voulu construire un vrai pipeline reproductible plutôt qu'un notebook isolé : automatiser la collecte, tracer les entraînements, et exposer le modèle via une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l'architecture globale. À gauche, la donnée source sur GitHub. Elle passe par trois scripts orchestrés par Airflow : collect, process, train. Le modèle et ses métriques sont tracés dans MLflow. Le tout est servi par deux microservices FastAPI, et l'ensemble tourne dans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pipeline de données se fait en deux temps. collect.py télécharge les CSV de vente pour 101 départements par batch de 10. process.py nettoie ensuite les données : suppression des colonnes trop incomplètes ou à risque de fuite, imputation des valeurs manquantes, et plafonnement des valeurs extrêmes par la méthode IQR.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la modélisation, on utilise un pipeline scikit-learn simple : StandardScaler et OneHotEncoder en prétraitement, puis un RandomForestRegressor à 200 arbres. La cible est le prix au m² de vente, sur un split train/test 80/20.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Côté MLOps, quatre briques travaillent ensemble : Airflow orchestre le pipeline quotidiennement, MLflow trace chaque run, deux API FastAPI exposent la prédiction et l'entraînement séparément, et Docker Compose démarre l'ensemble des services de façon cohérente.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itéré : cinq runs MLflow, en augmentant à chaque fois la taille de l'échantillon et la complexité de la forêt. Le score R² progresse de 0.75 avec un modèle très simple à 0.94 avec le modèle final — tout est comparable directement dans DagsHub.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les résultats du modèle final sur le jeu de test : RMSE de 459 euros par m², MAE de 201 euros par m², et un R² de 0.94, ce qui signifie que le modèle explique 94% de la variance du prix au 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vraie difficulté rencontrée : le service de prédiction chargeait le modèle au démarrage du conteneur, donc plantait si aucun entraînement n'avait encore eu lieu. On a corrigé ça avec un chargement paresseux : le service démarre toujours et répond clairement tant que le modèle n'est pas prêt.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la suite : mettre en place du CI/CD, un vrai model registry MLflow pour versionner les modèles, du monitoring de dérive en production, une UI MLflow permanente, des tests unitaires, et un ré-entraînement déclenché automatiquement.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de votre attention, nous sommes prêts à répondre à vos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MLOPS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Immo_MLOps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MLOps de bout en bout pour la prédiction du prix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l'immobilier en France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 ·  Preprocessing  ·  Entraînement  ·  Tracking  · 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[Noms de l'équipe]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MLOps — 29 juillet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prix au m² brut à une prédiction servie en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immobilier français publie des données de vente riches mais brutes, dispersées par département. L'objectif du projet est de construire un pipeline MLOps complet — pas seulement un notebook — capable de collecter, nettoyer, entraîner, tracer et exposer un modèle de prédiction du prix au m².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208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52360" y="1636776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collecte et le nettoyage des données, département par département.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2743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2360" y="2688336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et tracer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avec MLflow (paramètres, métriques, artefacts).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3794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52360" y="3739896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Servir le modèle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des API dédiées, orchestrées avec Docker Compose.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data source au endpoint de prédiction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574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données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350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ventes par département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(GitHub, 101 fichiers)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196596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64408" y="20574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collect.py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64408" y="2350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par batch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 départements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96596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70448" y="20574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process.py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70448" y="2350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imputation,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des outliers (IQR)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66760" y="196596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76488" y="20574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76488" y="2350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+ tracking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2363724"/>
            <a:ext cx="256032" cy="164592"/>
          </a:xfrm>
          <a:prstGeom prst="rightArrow">
            <a:avLst/>
          </a:prstGeom>
          <a:solidFill>
            <a:srgbClr val="7C879E"/>
          </a:solidFill>
          <a:ln/>
        </p:spPr>
      </p:sp>
      <p:sp>
        <p:nvSpPr>
          <p:cNvPr id="17" name="Shape 15"/>
          <p:cNvSpPr/>
          <p:nvPr/>
        </p:nvSpPr>
        <p:spPr>
          <a:xfrm>
            <a:off x="5532120" y="2363724"/>
            <a:ext cx="256032" cy="164592"/>
          </a:xfrm>
          <a:prstGeom prst="rightArrow">
            <a:avLst/>
          </a:prstGeom>
          <a:solidFill>
            <a:srgbClr val="7C879E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363724"/>
            <a:ext cx="256032" cy="164592"/>
          </a:xfrm>
          <a:prstGeom prst="rightArrow">
            <a:avLst/>
          </a:prstGeom>
          <a:solidFill>
            <a:srgbClr val="7C879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90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Orchestré quotidiennement par un DAG Airflow (collect ▸ preprocess ▸ train)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40233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+ models/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" y="431596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des runs, artefacts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versionnés (.pkl)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393192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15968" y="40233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prediction-api  ·  training-api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15968" y="4315968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microservices FastAPI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(prédiction / entraînement)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63840" y="393192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73568" y="40233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73568" y="4315968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airflow-webserver · airflow-scheduler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prediction-api · training-api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11880" y="4329684"/>
            <a:ext cx="256032" cy="164592"/>
          </a:xfrm>
          <a:prstGeom prst="rightArrow">
            <a:avLst/>
          </a:prstGeom>
          <a:solidFill>
            <a:srgbClr val="7C879E"/>
          </a:solidFill>
          <a:ln/>
        </p:spPr>
      </p:sp>
      <p:sp>
        <p:nvSpPr>
          <p:cNvPr id="30" name="Shape 28"/>
          <p:cNvSpPr/>
          <p:nvPr/>
        </p:nvSpPr>
        <p:spPr>
          <a:xfrm>
            <a:off x="7269480" y="4329684"/>
            <a:ext cx="256032" cy="164592"/>
          </a:xfrm>
          <a:prstGeom prst="rightArrow">
            <a:avLst/>
          </a:prstGeom>
          <a:solidFill>
            <a:srgbClr val="7C879E"/>
          </a:solidFill>
          <a:ln/>
        </p:spPr>
      </p:sp>
      <p:sp>
        <p:nvSpPr>
          <p:cNvPr id="31" name="Shape 29"/>
          <p:cNvSpPr/>
          <p:nvPr/>
        </p:nvSpPr>
        <p:spPr>
          <a:xfrm flipH="1">
            <a:off x="6926580" y="2926080"/>
            <a:ext cx="1257300" cy="1005840"/>
          </a:xfrm>
          <a:prstGeom prst="bentConnector2">
            <a:avLst/>
          </a:prstGeom>
          <a:noFill/>
          <a:ln w="15875">
            <a:solidFill>
              <a:srgbClr val="7C879E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donnée brute à un dataset exploitable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collect.py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394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des CSV de ventes pour les 101 départements (métropole + Corse + DOM-TOM) depuis un dépôt GitHub source.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par batch de 10 départements, avec retry implicite et log des départements en échec.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Concaténation en un seul fichier df_france_ventes.csv.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916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2423160"/>
            <a:ext cx="5394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colonnes avec plus de 40% de valeurs manquantes (hors variable cible).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colonnes à risque de fuite de données (prix_bien, mensualiteFinance...).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ciblée (médiane / mode) puis imputation générale des valeurs restantes.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des valeurs extrêmes par la méthode IQR sur les variables numériques.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scikit-learn simple, tracé de bout en bout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des features numériques et catégorielles (cardinalité ≤ 110), suppression des colonnes de fuite.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sur les variables numériques, OneHotEncoder sur les variables catégorielles (ColumnTransformer).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79476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 — n_estimators = 200, min_samples_leaf = 1, random_state = 42.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846320"/>
            <a:ext cx="5577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80/20, métriques RMSE, MAE et R² sur le jeu de test.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89520" y="173736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prix_m2_vente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955280" y="2971800"/>
            <a:ext cx="3291840" cy="0"/>
          </a:xfrm>
          <a:prstGeom prst="line">
            <a:avLst/>
          </a:prstGeom>
          <a:noFill/>
          <a:ln w="12700">
            <a:solidFill>
              <a:srgbClr val="3E4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200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55280" y="34198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100 000 lignes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0" y="3840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55280" y="40599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4480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55280" y="47000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(params + métriques + artefacts)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55280" y="5120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Sérialisation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55280" y="53400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(best_model.pkl)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briques MLOps, orchestrées ensemble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296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081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model_dag : collect ▸ preprocess ▸ train, planifié quotidiennement (@daily), métadonnées en PostgreSQL.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296B5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081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11880" y="34747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des hyperparamètres, métriques (RMSE, MAE, R²) et artefacts modèle à chaque run d'entraînement.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296B5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081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34747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microservices indépendants : prediction-api (port 8000) et training-api (port 8001), chacun avec son Dockerfile.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178308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8296B5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0" y="2103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811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1160" y="3081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INFRA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81160" y="34747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 démarrés ensemble : postgres, airflow-webserver, airflow-scheduler, prediction-api, training-api.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runs MLflow pour converger vers le modèle final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run augmente la taille de l'échantillon d'entraînement et la complexité de la forêt (nombre d'arbres, profondeur max) — comparaison complète disponible dans DagsHub, onglet Experiments → Compare.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du modèle sur le jeu de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459.02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/ m²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21945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200.99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6344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/ m²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21945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0.9439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RandomForestRegressor, 100 000 lignes échantillonnées (80 000 train / 20 000 test), métriques générées par train.py et loggées dans MLflow (run random_forest_immo_train).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 du service de prédiction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DEDE3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prediction-api chargeait le modèle (best_model.pkl) directement au démarrage du conteneur. Sans entraînement préalable, le fichier n'existe pas : le service plantait avant même de pouvoir répondre à une requête.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4754880" cy="0"/>
          </a:xfrm>
          <a:prstGeom prst="line">
            <a:avLst/>
          </a:prstGeom>
          <a:noFill/>
          <a:ln w="12700">
            <a:solidFill>
              <a:srgbClr val="F2C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MONTRE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MLOps doit être résilient à l'ordre de démarrage des services, pas seulement fonctionner "si tout est déjà prêt".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E7F3EF"/>
          </a:solidFill>
          <a:ln w="12700">
            <a:solidFill>
              <a:srgbClr val="2C8C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11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paresseux (lazy loading) du modèle : le conteneur démarre toujours. Tant qu'aucun modèle n'est disponible, /predict et /features renvoient une erreur explicite (503) au lieu de faire crasher le service.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977640"/>
            <a:ext cx="4754880" cy="0"/>
          </a:xfrm>
          <a:prstGeom prst="line">
            <a:avLst/>
          </a:prstGeom>
          <a:noFill/>
          <a:ln w="12700">
            <a:solidFill>
              <a:srgbClr val="B7DE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training-api peut entraîner un modèle après coup, sans avoir à redéployer prediction-api : découplage réel entre les deux microservices.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projet ferait ensuite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et build/déploiement des images Docker à chaque push.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6596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MLflow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7249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et promouvoir les modèles (staging → production) plutôt que d'écraser best_model.pkl.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6596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drift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7249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la distribution des features en production et détecter la dérive du modèle dans le temps.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9476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251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MLflow en continu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5537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service mlflow server à Docker Compose pour une traçabilité accessible en permanence.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5661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79476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251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5537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Couvrir process.py, train.py et les endpoints FastAPI pour sécuriser les évolutions.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5661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8296B5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79476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251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Ré-entraînement automatisé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45537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le DAG Airflow sur détection de nouvelles données plutôt qu'au planning fixe.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Immo_MLOps  —  Pipeline MLOps de prédiction du prix de l'immobilier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2026-07-28T03:31:14Z</dcterms:created>
  <dcterms:modified xsi:type="dcterms:W3CDTF">2026-07-28T03:31:14Z</dcterms:modified>
</cp:coreProperties>
</file>